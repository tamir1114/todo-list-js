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0F312-8983-4C72-9A6D-E5DF6DBACAD4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8BBD3-24C2-4F8B-B1FF-47D694BB1171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8859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0F312-8983-4C72-9A6D-E5DF6DBACAD4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8BBD3-24C2-4F8B-B1FF-47D694BB11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73612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0F312-8983-4C72-9A6D-E5DF6DBACAD4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8BBD3-24C2-4F8B-B1FF-47D694BB1171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5234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0F312-8983-4C72-9A6D-E5DF6DBACAD4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8BBD3-24C2-4F8B-B1FF-47D694BB11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2671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0F312-8983-4C72-9A6D-E5DF6DBACAD4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8BBD3-24C2-4F8B-B1FF-47D694BB11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355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0F312-8983-4C72-9A6D-E5DF6DBACAD4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8BBD3-24C2-4F8B-B1FF-47D694BB11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32941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0F312-8983-4C72-9A6D-E5DF6DBACAD4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8BBD3-24C2-4F8B-B1FF-47D694BB11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444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A490F312-8983-4C72-9A6D-E5DF6DBACAD4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0C8BBD3-24C2-4F8B-B1FF-47D694BB11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96319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0F312-8983-4C72-9A6D-E5DF6DBACAD4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8BBD3-24C2-4F8B-B1FF-47D694BB11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41410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0F312-8983-4C72-9A6D-E5DF6DBACAD4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8BBD3-24C2-4F8B-B1FF-47D694BB11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4301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0F312-8983-4C72-9A6D-E5DF6DBACAD4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8BBD3-24C2-4F8B-B1FF-47D694BB11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52243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A490F312-8983-4C72-9A6D-E5DF6DBACAD4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0C8BBD3-24C2-4F8B-B1FF-47D694BB1171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2026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EE4C9B-1489-3E61-C249-A805C92D0F7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Todo-List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24E54B5-4840-B73E-2CA0-0DA9DE542A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2501152 </a:t>
            </a:r>
            <a:r>
              <a:rPr lang="ko-KR" altLang="en-US" dirty="0" err="1"/>
              <a:t>타미르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72583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96E5678F-0FF0-6F65-C00A-B40DE07F8C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532" y="1052287"/>
            <a:ext cx="5635232" cy="5177896"/>
          </a:xfr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3D489B9-5517-E107-87B3-C97D6642A0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1238" y="1052286"/>
            <a:ext cx="5676077" cy="517789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BE70556-1086-75A8-D22E-374CE652CDB6}"/>
              </a:ext>
            </a:extLst>
          </p:cNvPr>
          <p:cNvSpPr txBox="1"/>
          <p:nvPr/>
        </p:nvSpPr>
        <p:spPr>
          <a:xfrm>
            <a:off x="583474" y="381391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b="1" dirty="0"/>
              <a:t>작동 기능</a:t>
            </a:r>
          </a:p>
        </p:txBody>
      </p:sp>
    </p:spTree>
    <p:extLst>
      <p:ext uri="{BB962C8B-B14F-4D97-AF65-F5344CB8AC3E}">
        <p14:creationId xmlns:p14="http://schemas.microsoft.com/office/powerpoint/2010/main" val="9931310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7C12B855-921D-8FA3-4C53-0E05C1BABA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231" y="1051319"/>
            <a:ext cx="5644769" cy="5184511"/>
          </a:xfr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5A4B99A-0CEE-697F-7E92-4F7CAD69CF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5404" y="1051318"/>
            <a:ext cx="5603885" cy="5184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9944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DC9FF04F-6136-354C-324A-EE63748FCE8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56166" y="905232"/>
            <a:ext cx="11231034" cy="5047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DOM 조작 (DOM 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Manipulation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kumimoji="0" lang="ko-KR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document.querySelector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() — 입력 필드와 리스트 요소를 가져올 때 사용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innerHTML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— 할 일 목록을 화면에 출력할 때 사용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element.replaceWith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() — 텍스트를 편집 입력창으로 교체할 때 사용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이벤트 처리 (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Event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Handling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kumimoji="0" lang="ko-KR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onclick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— 버튼 클릭 시 동작 실행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onkeydown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— 입력 중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Enter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키 감지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localStorage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(데이터 영구 저장)</a:t>
            </a:r>
            <a:endParaRPr kumimoji="0" lang="ko-KR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localStorage.setItem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() — 할 일 추가, 수정, 삭제 시 저장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localStorage.getItem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() — 페이지 열릴 때 저장된 데이터 불러오기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JSON (데이터 변환)</a:t>
            </a:r>
            <a:endParaRPr kumimoji="0" lang="ko-KR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JSON.stringify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() — 배열을 문자열로 변환해서 저장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JSON.parse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() — 문자열을 다시 배열로 변환해서 불러오기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classList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(CSS 클래스 제어)</a:t>
            </a:r>
            <a:endParaRPr kumimoji="0" lang="ko-KR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classList.add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() / .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classList.remove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() — 완료 상태에 따라 스타일 변경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배열 메서드 (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Array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Methods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kumimoji="0" lang="ko-KR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push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() — 새 할 일 추가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filter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() — 삭제 및 필터링 처리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반복문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— 목록 렌더링 시 순회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384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7B8E0050-4973-FA62-6CB5-DF9350DD995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40796" y="1437920"/>
            <a:ext cx="10921470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새로고침하면</a:t>
            </a:r>
            <a:r>
              <a:rPr kumimoji="0" lang="ko-KR" altLang="ko-K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할 일이 사라짐 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페이지를 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새로고침하면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작성한 할 일이 전부 사라졌습니다. </a:t>
            </a:r>
            <a:endParaRPr kumimoji="0" lang="en-US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localStorage에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저장을 안 했기 때문이었습니다.</a:t>
            </a:r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localStorage.setItem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()과 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JSON.stringify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()를 사용해서 해결했습니다.</a:t>
            </a:r>
            <a:endParaRPr kumimoji="0" lang="en-US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7ACA045-4990-2AB2-0311-BD97FEFBBE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796" y="3107233"/>
            <a:ext cx="11310408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Enter</a:t>
            </a:r>
            <a:r>
              <a:rPr kumimoji="0" lang="ko-KR" altLang="ko-KR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키를 눌러도 추가가 안 됨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Add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버튼은 작동했지만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Enter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키는 반응이 없었습니다. </a:t>
            </a:r>
            <a:endParaRPr kumimoji="0" lang="en-US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input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태그에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onkeydown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이벤트를 추가하지 않았기 때문이었습니다.</a:t>
            </a: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onkeydown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="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handleKeyDown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event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)"를 추가해서 해결했습니다. 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847F9658-F4FA-2B70-575D-FBC93B2BE0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796" y="4773749"/>
            <a:ext cx="1115853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수정 후 저장이 안 됨 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할 일을 수정하고 저장해도 원래 텍스트가 그대로 남아있었습니다. 저장 함수가 제대로 값을 읽지 못했기 때문이었습니다.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saveEdit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() 함수를 따로 만들어서 해결했습니다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D27A4DE-61F8-F19F-9220-00908C98869B}"/>
              </a:ext>
            </a:extLst>
          </p:cNvPr>
          <p:cNvSpPr txBox="1"/>
          <p:nvPr/>
        </p:nvSpPr>
        <p:spPr>
          <a:xfrm>
            <a:off x="440796" y="510068"/>
            <a:ext cx="32773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/>
              <a:t>잘하지 못한 것</a:t>
            </a:r>
          </a:p>
        </p:txBody>
      </p:sp>
    </p:spTree>
    <p:extLst>
      <p:ext uri="{BB962C8B-B14F-4D97-AF65-F5344CB8AC3E}">
        <p14:creationId xmlns:p14="http://schemas.microsoft.com/office/powerpoint/2010/main" val="11082400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lat Thank You Slide Template for PowerPoint">
            <a:extLst>
              <a:ext uri="{FF2B5EF4-FFF2-40B4-BE49-F238E27FC236}">
                <a16:creationId xmlns:a16="http://schemas.microsoft.com/office/drawing/2014/main" id="{2D89EF00-27D5-D665-6F54-044CB0E4774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027" y="137573"/>
            <a:ext cx="10823945" cy="6088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0860664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10</TotalTime>
  <Words>266</Words>
  <Application>Microsoft Office PowerPoint</Application>
  <PresentationFormat>Widescreen</PresentationFormat>
  <Paragraphs>28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추억</vt:lpstr>
      <vt:lpstr>Todo-List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YJU</dc:creator>
  <cp:lastModifiedBy>YJU</cp:lastModifiedBy>
  <cp:revision>3</cp:revision>
  <dcterms:created xsi:type="dcterms:W3CDTF">2026-05-27T05:54:28Z</dcterms:created>
  <dcterms:modified xsi:type="dcterms:W3CDTF">2026-05-29T01:10:19Z</dcterms:modified>
</cp:coreProperties>
</file>