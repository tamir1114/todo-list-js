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59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361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23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2671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55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294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44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631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141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301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224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026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EE4C9B-1489-3E61-C249-A805C92D0F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Todo-List</a:t>
            </a:r>
            <a:endParaRPr lang="ko-KR" altLang="en-US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4E54B5-4840-B73E-2CA0-0DA9DE542A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b="1" dirty="0"/>
              <a:t>2501152 </a:t>
            </a:r>
            <a:r>
              <a:rPr lang="ko-KR" altLang="en-US" b="1" dirty="0" err="1"/>
              <a:t>타미르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77258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6E5678F-0FF0-6F65-C00A-B40DE07F8C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32" y="1052287"/>
            <a:ext cx="5635232" cy="5177896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3D489B9-5517-E107-87B3-C97D6642A0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238" y="1052286"/>
            <a:ext cx="5676077" cy="5177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E70556-1086-75A8-D22E-374CE652CDB6}"/>
              </a:ext>
            </a:extLst>
          </p:cNvPr>
          <p:cNvSpPr txBox="1"/>
          <p:nvPr/>
        </p:nvSpPr>
        <p:spPr>
          <a:xfrm>
            <a:off x="583474" y="38139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/>
              <a:t>작동 기능</a:t>
            </a:r>
          </a:p>
        </p:txBody>
      </p:sp>
    </p:spTree>
    <p:extLst>
      <p:ext uri="{BB962C8B-B14F-4D97-AF65-F5344CB8AC3E}">
        <p14:creationId xmlns:p14="http://schemas.microsoft.com/office/powerpoint/2010/main" val="993131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C12B855-921D-8FA3-4C53-0E05C1BABA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20" y="836744"/>
            <a:ext cx="5644769" cy="5184511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5A4B99A-0CEE-697F-7E92-4F7CAD69CF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895" y="836743"/>
            <a:ext cx="5603885" cy="518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994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C9FF04F-6136-354C-324A-EE63748FCE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2642" y="549479"/>
            <a:ext cx="11024558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DOM 조작 (DOM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Manipulation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document.querySelector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— 입력 필드와 리스트 요소를 가져올 때 사용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innerHTML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할 일 목록을 화면에 출력할 때 사용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element.replaceWith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— 텍스트를 편집 입력창으로 교체할 때 사용 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이벤트 처리 (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Event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Handling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onclick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버튼 클릭 시 동작 실행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onkeydown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입력 중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키 감지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localStorage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(데이터 영구 저장)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localStorage.setItem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— 할 일 추가, 수정, 삭제 시 저장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localStorage.getItem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— 페이지 열릴 때 저장된 데이터 불러오기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JSON (데이터 변환)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JSON.stringify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— 배열을 문자열로 변환해서 저장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JSON.parse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— 문자열을 다시 배열로 변환해서 불러오기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classList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(CSS 클래스 제어)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classList.add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/ .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classList.remove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— 완료 상태에 따라 스타일 변경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배열 메서드 (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push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— 새 할 일 추가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filter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— 삭제 및 필터링 처리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반복문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목록 렌더링 시 순회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8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7B8E0050-4973-FA62-6CB5-DF9350DD99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0796" y="2054558"/>
            <a:ext cx="1092147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처음에 페이지를 </a:t>
            </a:r>
            <a:r>
              <a:rPr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새로고침하면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할 일이 전부 사라지는 문제가 있었습니다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데이터를 따로 저장하지 않았기 때문이었고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localStorage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를 사용해서 해결했습니다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27A4DE-61F8-F19F-9220-00908C98869B}"/>
              </a:ext>
            </a:extLst>
          </p:cNvPr>
          <p:cNvSpPr txBox="1"/>
          <p:nvPr/>
        </p:nvSpPr>
        <p:spPr>
          <a:xfrm>
            <a:off x="440796" y="510068"/>
            <a:ext cx="327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잘하지 못한 것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41D98F4E-1405-28B2-FC48-6F0B21B93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386" y="3008666"/>
            <a:ext cx="1122935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버튼은 작동했지만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Enter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키를 눌러도 아무 반응이 없었습니다.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태그에 이벤트를 추가하지 않은 것이 원인이었고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onkeydown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이벤트를 추가해서 해결했습니다. 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43AD7F55-F80F-E1E6-E991-1190607A6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386" y="4122360"/>
            <a:ext cx="1116203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할 일을 수정하고 저장해도 원래 텍스트가 그대로 남아있었습니다. 저장할 때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입력값을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제대로 읽지 못한 것이 원인이었고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saveEdit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함수를 따로 만들어서 해결했습니다. </a:t>
            </a:r>
          </a:p>
        </p:txBody>
      </p:sp>
    </p:spTree>
    <p:extLst>
      <p:ext uri="{BB962C8B-B14F-4D97-AF65-F5344CB8AC3E}">
        <p14:creationId xmlns:p14="http://schemas.microsoft.com/office/powerpoint/2010/main" val="1108240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at Thank You Slide Template for PowerPoint">
            <a:extLst>
              <a:ext uri="{FF2B5EF4-FFF2-40B4-BE49-F238E27FC236}">
                <a16:creationId xmlns:a16="http://schemas.microsoft.com/office/drawing/2014/main" id="{2D89EF00-27D5-D665-6F54-044CB0E477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27" y="137573"/>
            <a:ext cx="10823945" cy="6088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0860664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</TotalTime>
  <Words>242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추억</vt:lpstr>
      <vt:lpstr>Todo-List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YJU</dc:creator>
  <cp:lastModifiedBy>YJU</cp:lastModifiedBy>
  <cp:revision>4</cp:revision>
  <dcterms:created xsi:type="dcterms:W3CDTF">2026-05-27T05:54:28Z</dcterms:created>
  <dcterms:modified xsi:type="dcterms:W3CDTF">2026-05-29T02:18:29Z</dcterms:modified>
</cp:coreProperties>
</file>